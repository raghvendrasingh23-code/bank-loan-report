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9" r:id="rId4"/>
    <p:sldId id="266" r:id="rId5"/>
    <p:sldId id="270" r:id="rId6"/>
    <p:sldId id="271" r:id="rId7"/>
    <p:sldId id="256" r:id="rId8"/>
    <p:sldId id="257" r:id="rId9"/>
    <p:sldId id="258" r:id="rId10"/>
    <p:sldId id="261" r:id="rId11"/>
    <p:sldId id="262" r:id="rId12"/>
    <p:sldId id="263" r:id="rId13"/>
    <p:sldId id="264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2" y="3522696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379495" y="2194695"/>
            <a:ext cx="2821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628147" y="2194695"/>
            <a:ext cx="2572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204737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</a:t>
            </a:r>
          </a:p>
        </p:txBody>
      </p:sp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  <p:pic>
        <p:nvPicPr>
          <p:cNvPr id="11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DAA3FAF1-5204-5A97-052F-877E2E2D9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52" y="3061601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 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720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ashish chouhan</cp:lastModifiedBy>
  <cp:revision>13</cp:revision>
  <dcterms:created xsi:type="dcterms:W3CDTF">2023-10-07T01:44:58Z</dcterms:created>
  <dcterms:modified xsi:type="dcterms:W3CDTF">2026-01-21T11:24:06Z</dcterms:modified>
</cp:coreProperties>
</file>