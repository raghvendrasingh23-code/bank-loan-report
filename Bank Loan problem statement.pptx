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81772" y="2575103"/>
            <a:ext cx="5734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006" y="3884229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510" y="3884229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862407-5836-52AF-7CF3-3AAF3D82E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31" y="3656043"/>
            <a:ext cx="4095498" cy="230371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B547459-5903-9F12-8B71-0749A5CF4BDF}"/>
              </a:ext>
            </a:extLst>
          </p:cNvPr>
          <p:cNvGrpSpPr/>
          <p:nvPr/>
        </p:nvGrpSpPr>
        <p:grpSpPr>
          <a:xfrm>
            <a:off x="5766762" y="2759769"/>
            <a:ext cx="5164897" cy="830997"/>
            <a:chOff x="373261" y="119959"/>
            <a:chExt cx="5164897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80E93B-9266-AAED-D475-CFB0764EED83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F96BD7-D813-D532-DAB7-6DE8E9ABE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 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649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ashish chouhan</cp:lastModifiedBy>
  <cp:revision>14</cp:revision>
  <dcterms:created xsi:type="dcterms:W3CDTF">2023-10-07T01:44:58Z</dcterms:created>
  <dcterms:modified xsi:type="dcterms:W3CDTF">2026-01-21T11:39:12Z</dcterms:modified>
</cp:coreProperties>
</file>